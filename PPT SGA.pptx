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9" r:id="rId10"/>
    <p:sldId id="270" r:id="rId11"/>
    <p:sldId id="274" r:id="rId12"/>
    <p:sldId id="271" r:id="rId13"/>
    <p:sldId id="272" r:id="rId14"/>
    <p:sldId id="275" r:id="rId15"/>
    <p:sldId id="276" r:id="rId16"/>
    <p:sldId id="277" r:id="rId17"/>
    <p:sldId id="273" r:id="rId18"/>
    <p:sldId id="278" r:id="rId19"/>
    <p:sldId id="279" r:id="rId20"/>
    <p:sldId id="266" r:id="rId21"/>
    <p:sldId id="267" r:id="rId22"/>
    <p:sldId id="268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A74E9-7B81-F94F-8EEA-03066181F8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2C2949-1470-1877-DE53-7F55029915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76B8B7-FB91-C2C5-357C-B9BA4CA55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C24D1-8F26-4EE1-BB6C-5F3444A00245}" type="datetimeFigureOut">
              <a:rPr lang="en-IN" smtClean="0"/>
              <a:t>29-10-2025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82EAA-7FED-99D8-95F7-8BBF26F4B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97454E-F95F-A8FD-FD0C-332979413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5F85A-710B-4CC6-9D48-4F9DBE33CC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6845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EBB76-5DFF-612B-E909-B9B110B9E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9BE40-465A-6A3E-112C-21AA5A616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A60B47-07A6-B140-9092-42C4EF217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C24D1-8F26-4EE1-BB6C-5F3444A00245}" type="datetimeFigureOut">
              <a:rPr lang="en-IN" smtClean="0"/>
              <a:t>29-10-2025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D1DB3-8C7C-2866-173F-619BE7B01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99F67-A2C2-B2A3-3E8E-CE8B81C52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5F85A-710B-4CC6-9D48-4F9DBE33CC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2544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639F-4299-344C-BAFE-4BE1289F4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4B21B2-4E5D-9328-F077-A22FF520B9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9284A-F3F5-9A31-5408-229AC2A0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C24D1-8F26-4EE1-BB6C-5F3444A00245}" type="datetimeFigureOut">
              <a:rPr lang="en-IN" smtClean="0"/>
              <a:t>29-10-2025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0747E7-5420-913B-F110-906F6744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C00D9D-DA14-579E-8FF6-708CDE69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5F85A-710B-4CC6-9D48-4F9DBE33CC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160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F867F-9561-A2AC-4798-4224754A5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4690D-D6E2-C953-262A-85587E38B4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EFD36E-522B-4DEE-2490-E960F0FBD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025338-CC91-2E37-5BFD-9F71D2D5B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C24D1-8F26-4EE1-BB6C-5F3444A00245}" type="datetimeFigureOut">
              <a:rPr lang="en-IN" smtClean="0"/>
              <a:t>29-10-2025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1A4325-F149-751E-358F-EE391A5BE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7AA401-1FFC-C75A-7C8F-32F79546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5F85A-710B-4CC6-9D48-4F9DBE33CC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747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F6A3B-DF7F-E158-61EB-9CABD2602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F06924-5A6B-B39F-8714-EF5162A114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0AE531-39EC-B706-79CE-DAAF972A5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E0C590-071C-03BA-C502-F8380DA231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9F185C-B83D-289D-3712-61C091DE6C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063912-F713-F7CE-4F21-D80BE18FA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C24D1-8F26-4EE1-BB6C-5F3444A00245}" type="datetimeFigureOut">
              <a:rPr lang="en-IN" smtClean="0"/>
              <a:t>29-10-2025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C325FC-FEF9-C5E3-5EC5-933903822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B3D5A3-AAB7-5ECA-DFDE-DF6EDF22E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5F85A-710B-4CC6-9D48-4F9DBE33CC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5676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E367D-7BD3-AD9D-741A-9DD657807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F65360-4B98-1BED-E4F7-879293EB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C24D1-8F26-4EE1-BB6C-5F3444A00245}" type="datetimeFigureOut">
              <a:rPr lang="en-IN" smtClean="0"/>
              <a:t>29-10-2025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CCED7B-02CC-D6AD-C046-E71D790EA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FC8706-80DC-4943-A33A-D1E9D964E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5F85A-710B-4CC6-9D48-4F9DBE33CC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8306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0208B7-D7A1-148A-48D0-93C778C8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C24D1-8F26-4EE1-BB6C-5F3444A00245}" type="datetimeFigureOut">
              <a:rPr lang="en-IN" smtClean="0"/>
              <a:t>29-10-2025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4C0866-C571-AE93-BA4E-A4BB88395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8D5285-9F6B-2E12-B466-7438B2D49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5F85A-710B-4CC6-9D48-4F9DBE33CC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7453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9536A-0EB5-C3DA-C8ED-491D0C2EB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F3F32-DF44-1454-79C9-51C729AAF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10C162-5B6F-39A8-6B3C-0211CEAB50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D13171-DE92-5FAC-30DE-F134914DB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C24D1-8F26-4EE1-BB6C-5F3444A00245}" type="datetimeFigureOut">
              <a:rPr lang="en-IN" smtClean="0"/>
              <a:t>29-10-2025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60C961-905B-DF01-3F06-FCF2F7F7F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F33D0B-8979-04A9-975A-77926502F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5F85A-710B-4CC6-9D48-4F9DBE33CC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0660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D1613-8BC1-621A-ED03-F22D14C90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7F93A6-8E23-F850-D5D1-26EA6E8854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44FA89-B9B6-78F0-5BE6-9561044E93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3D1BC4-136F-AB94-8B5B-325EFAAB8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C24D1-8F26-4EE1-BB6C-5F3444A00245}" type="datetimeFigureOut">
              <a:rPr lang="en-IN" smtClean="0"/>
              <a:t>29-10-2025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13BC5D-BB4C-85BD-A2A5-D3D5421A0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6E541-E7B2-00CD-4308-63AEC5A46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5F85A-710B-4CC6-9D48-4F9DBE33CC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025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FF32F-DCC7-D12E-8164-501929963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14D8C2-7763-D915-887B-9E1A741CCC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DA9B0-7A11-2DD8-57A2-825F0D010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C24D1-8F26-4EE1-BB6C-5F3444A00245}" type="datetimeFigureOut">
              <a:rPr lang="en-IN" smtClean="0"/>
              <a:t>29-10-2025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2009A5-E805-D676-343D-96D611D66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A2F5D-DF88-9D23-EC36-6855D10B6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5F85A-710B-4CC6-9D48-4F9DBE33CC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5146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495081-4272-E5D2-8098-F49E69DDAA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D47A1D-8478-87F5-5A36-C94C5784D7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7BCBF2-6172-57E8-FBB1-A2D87E1BE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C24D1-8F26-4EE1-BB6C-5F3444A00245}" type="datetimeFigureOut">
              <a:rPr lang="en-IN" smtClean="0"/>
              <a:t>29-10-2025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C3D8E-AB82-541D-2652-5BEE3EF2E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4DCF09-1ED0-6A02-6417-E818352E6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5F85A-710B-4CC6-9D48-4F9DBE33CC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7255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BC9628-52EA-077B-553C-4F9C4FB76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C8B2D4-5CCB-1C51-BA16-057B53DC30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4A035-68FC-65C1-3B31-F20FA4633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3C24D1-8F26-4EE1-BB6C-5F3444A00245}" type="datetimeFigureOut">
              <a:rPr lang="en-IN" smtClean="0"/>
              <a:t>29-10-2025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8AD04-BCB9-4726-CFA6-BDC9D18F82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B3956-569F-E72F-80D2-034ECE3139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45F85A-710B-4CC6-9D48-4F9DBE33CC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3927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D7BE4-5AA6-3E02-F832-D8C2FA3192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FCD454-5AE7-4C02-D3DB-B40185175D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A5B26-AE7C-2E23-8D52-0F076E0D67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806" y="237679"/>
            <a:ext cx="11529110" cy="6382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30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6D26C-8C5D-86E3-6E27-198F4B350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4E4FD-B8C1-DCE0-5BC7-C9DE05E6F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011318-92D4-FA13-CC4A-165ECEE68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906" y="167392"/>
            <a:ext cx="11231542" cy="6325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956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6335B-6D55-F5C4-C4E6-D6890D7E5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FA40E-2D7F-0A8C-F044-25DE94258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073067D-3B73-1048-8EF7-9D4D5DF54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781" y="157866"/>
            <a:ext cx="11374437" cy="633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150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F38AA-7EDB-3BCB-A989-09861674E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AF588-FE3F-9A5A-171C-B85D7D288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F5D016-611D-3FCA-E2AA-ED5AFB1EA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781" y="105940"/>
            <a:ext cx="11374437" cy="6325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083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C9B7C-E4C6-F1EC-854B-63B400934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66F85-7958-F5A4-CA96-4247E6A9E3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ED11EE6-0753-7C47-861B-BB1F2EDACE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697" y="119761"/>
            <a:ext cx="11307753" cy="6373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543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80ADA-7C37-4525-7851-573CA677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1B04C-5C16-68FB-88A5-B4B833954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AE8C1FE-B1A7-C38F-179B-FA982EB2D3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50" y="0"/>
            <a:ext cx="11288700" cy="6325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484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6A603-5A76-4B43-D96F-DA5B9CDCD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0F117-7A14-7F67-A5E8-82DD7B786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F4C276-28E1-71D7-D920-82F66281E8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307" y="157866"/>
            <a:ext cx="11355385" cy="633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439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4B65A-A383-5F04-6139-9D08AD71E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9292" y="1540701"/>
            <a:ext cx="464508" cy="149987"/>
          </a:xfrm>
        </p:spPr>
        <p:txBody>
          <a:bodyPr>
            <a:normAutofit fontScale="90000"/>
          </a:bodyPr>
          <a:lstStyle/>
          <a:p>
            <a:r>
              <a:rPr lang="en-IN" dirty="0"/>
              <a:t>H</a:t>
            </a:r>
            <a:br>
              <a:rPr lang="en-IN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B67404-0426-77A6-2C15-A64368D67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92" y="884499"/>
            <a:ext cx="10413305" cy="508900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DEE0F3-E661-8B15-FAE4-68B4717BBCBE}"/>
              </a:ext>
            </a:extLst>
          </p:cNvPr>
          <p:cNvSpPr txBox="1"/>
          <p:nvPr/>
        </p:nvSpPr>
        <p:spPr>
          <a:xfrm>
            <a:off x="5298345" y="0"/>
            <a:ext cx="18437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3BEF2C-B67B-B61D-9BD5-4606390116C1}"/>
              </a:ext>
            </a:extLst>
          </p:cNvPr>
          <p:cNvSpPr txBox="1"/>
          <p:nvPr/>
        </p:nvSpPr>
        <p:spPr>
          <a:xfrm>
            <a:off x="1152392" y="515167"/>
            <a:ext cx="1539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HOME PAGE</a:t>
            </a:r>
          </a:p>
        </p:txBody>
      </p:sp>
    </p:spTree>
    <p:extLst>
      <p:ext uri="{BB962C8B-B14F-4D97-AF65-F5344CB8AC3E}">
        <p14:creationId xmlns:p14="http://schemas.microsoft.com/office/powerpoint/2010/main" val="2852925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5198F-1FD2-4014-D00A-FD5E97430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FILE PROCESSING STATUS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532CE-F65E-3C80-C3DB-769D531F1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3798AF-6308-1601-E951-24C1C1F58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92825"/>
            <a:ext cx="10515600" cy="5056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781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945B4-C097-C2F3-8966-6247EBFE0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860" y="771832"/>
            <a:ext cx="10515600" cy="1325563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NO OF SKILLS EXTRACTED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7EA505-C72D-C630-829D-2A6624D09C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7860" y="2123373"/>
            <a:ext cx="9257778" cy="3962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313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D31A3-E1C7-D013-9E41-FB0EAED2A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325563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SKILL GAP ANALYSYS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02D45-E207-C7C3-AF85-D01DC6E16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876071" cy="4351338"/>
          </a:xfrm>
        </p:spPr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22B381E-C1BB-F559-395B-4A6A3D14E9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8956110" cy="4614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665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8AB7E-1EBB-2C2E-5F51-E469509AA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235" y="139161"/>
            <a:ext cx="6330830" cy="1325563"/>
          </a:xfrm>
        </p:spPr>
        <p:txBody>
          <a:bodyPr/>
          <a:lstStyle/>
          <a:p>
            <a:r>
              <a:rPr lang="en-IN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LEARNING PATH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C8ECD-8425-B5CB-EC7B-E335BA4ADC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0384" y="1825625"/>
            <a:ext cx="5153416" cy="980205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16E2A6-39E4-DB56-F7D3-B2308D447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235" y="1103824"/>
            <a:ext cx="11002297" cy="507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02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332FB-AA50-1B0F-E864-210B39994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128" y="0"/>
            <a:ext cx="10515600" cy="1325563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VISUALISATION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72CEA-ACE8-58F1-6A24-B9829D006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89318" cy="353904"/>
          </a:xfrm>
        </p:spPr>
        <p:txBody>
          <a:bodyPr>
            <a:normAutofit fontScale="77500" lnSpcReduction="20000"/>
          </a:bodyPr>
          <a:lstStyle/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64822B-5CDE-F99F-0B07-07EC4BF72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28" y="1014735"/>
            <a:ext cx="11297265" cy="547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8863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11C41-6E13-4024-80C6-B6BCC5602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181" y="778080"/>
            <a:ext cx="10515600" cy="1325563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RADAR CHART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44A76DA-DA71-85AF-FE84-D7EE73ACA6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3428" y="1825625"/>
            <a:ext cx="992514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169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3072E-DCCA-63DE-169A-50CFE317C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2738" y="827241"/>
            <a:ext cx="10515600" cy="1325563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HEAT MAP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0689DAE-899C-3577-F67B-C75644355A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738" y="1825625"/>
            <a:ext cx="1026652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3282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B7737-EBA5-F164-1F56-AEF8BD9D1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827241"/>
            <a:ext cx="10515600" cy="1325563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SKILL DISTRIBUTION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5CFB81F-6F15-3FB6-8688-886CE6F53B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3121" y="1825625"/>
            <a:ext cx="862575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9178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EDDB6-0675-E369-E0C3-59ABAABAA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768" y="610931"/>
            <a:ext cx="10515600" cy="1325563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ATS SCORE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8762AA-29CA-3BBC-6025-A162E77E3B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11875" y="2101507"/>
            <a:ext cx="6080125" cy="29339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E030B6-E88D-A434-D8CC-7E6D9B58E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81" y="2101507"/>
            <a:ext cx="5987845" cy="307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02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391EC-E921-62F3-AB0B-B375874BF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7912"/>
            <a:ext cx="10515600" cy="1325563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REPORT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A186688-8BA1-E88C-80E7-B10DA005FC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59998"/>
            <a:ext cx="10515600" cy="4082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6388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5ACB8-E63F-89F2-EFD3-9AE526DC3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6355" y="1004221"/>
            <a:ext cx="10515600" cy="1325563"/>
          </a:xfrm>
        </p:spPr>
        <p:txBody>
          <a:bodyPr>
            <a:normAutofit/>
          </a:bodyPr>
          <a:lstStyle/>
          <a:p>
            <a:r>
              <a:rPr lang="en-IN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REPORT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8E11D12-C032-90EA-BF88-5F3BDE773A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39480"/>
            <a:ext cx="10515600" cy="4123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8864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346CA-16F0-2204-2F4F-54FCD2DB2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6940E-1C4C-AD52-6ACE-DFA36ACAD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5F8DBF5-5E54-F40F-6053-C4050A71A1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939" y="266258"/>
            <a:ext cx="11260121" cy="6325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4568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798A7-24A2-A773-B868-725345DA7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8635B-2C4C-37BA-1450-898A3D3AFF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FED5A33-7206-139D-C39C-619CCF365D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631" y="129287"/>
            <a:ext cx="11288700" cy="636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313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BED80-88F7-3171-2103-52A481310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B9F43-B564-5BD2-9DB3-C1F1527E9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5BFC7EC-C16F-39F3-ED0C-7B7792CDEC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845" y="148340"/>
            <a:ext cx="11336332" cy="6344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878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28</Words>
  <Application>Microsoft Office PowerPoint</Application>
  <PresentationFormat>Widescreen</PresentationFormat>
  <Paragraphs>14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ADLaM Display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 </vt:lpstr>
      <vt:lpstr>FILE PROCESSING STATUS</vt:lpstr>
      <vt:lpstr>NO OF SKILLS EXTRACTED </vt:lpstr>
      <vt:lpstr>SKILL GAP ANALYSYS</vt:lpstr>
      <vt:lpstr>LEARNING PATH</vt:lpstr>
      <vt:lpstr>VISUALISATION</vt:lpstr>
      <vt:lpstr>RADAR CHART</vt:lpstr>
      <vt:lpstr>HEAT MAP</vt:lpstr>
      <vt:lpstr>SKILL DISTRIBUTION</vt:lpstr>
      <vt:lpstr>ATS SCORE</vt:lpstr>
      <vt:lpstr>REPORT</vt:lpstr>
      <vt:lpstr>REPORT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Srihitha Kalagarla</dc:creator>
  <cp:lastModifiedBy>Srihitha Kalagarla</cp:lastModifiedBy>
  <cp:revision>3</cp:revision>
  <dcterms:created xsi:type="dcterms:W3CDTF">2025-10-29T11:17:03Z</dcterms:created>
  <dcterms:modified xsi:type="dcterms:W3CDTF">2025-10-29T16:03:25Z</dcterms:modified>
</cp:coreProperties>
</file>